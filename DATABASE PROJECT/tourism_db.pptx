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21"/>
  </p:notesMasterIdLst>
  <p:sldIdLst>
    <p:sldId id="256" r:id="rId2"/>
    <p:sldId id="257" r:id="rId3"/>
    <p:sldId id="269" r:id="rId4"/>
    <p:sldId id="258" r:id="rId5"/>
    <p:sldId id="259" r:id="rId6"/>
    <p:sldId id="270" r:id="rId7"/>
    <p:sldId id="260" r:id="rId8"/>
    <p:sldId id="261" r:id="rId9"/>
    <p:sldId id="262" r:id="rId10"/>
    <p:sldId id="271" r:id="rId11"/>
    <p:sldId id="272" r:id="rId12"/>
    <p:sldId id="263" r:id="rId13"/>
    <p:sldId id="264" r:id="rId14"/>
    <p:sldId id="266" r:id="rId15"/>
    <p:sldId id="268" r:id="rId16"/>
    <p:sldId id="267" r:id="rId17"/>
    <p:sldId id="273" r:id="rId18"/>
    <p:sldId id="274" r:id="rId19"/>
    <p:sldId id="26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0" timeString="2026-05-05T15:45:20.95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5534 9657 0,'-67'267'191,"1"199"-181,-1-200-5,67-66 2,0-67 0,-67 1-1,67-1 7,-133 0-8,0 67 3,66 0-3,0-1 2,-66 68 1,0-1-4,66-199 3,0 66 4,1 67-4,66-133 5,0-1-4,-67 1-3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51732-2FFF-4400-A1D3-273B2972683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D40AC-0F0F-447A-84E4-37CF92A57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25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morning/afternoon, my name is ________.</a:t>
            </a:r>
            <a:br>
              <a:rPr lang="en-US" dirty="0"/>
            </a:br>
            <a:r>
              <a:rPr lang="en-US" dirty="0"/>
              <a:t>Today I am presenting my project titled </a:t>
            </a:r>
            <a:r>
              <a:rPr lang="en-US" b="1" dirty="0"/>
              <a:t>Tourism Reservation Database System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project focuses on using a database system to manage tourism booking operations such as tours, hotels, transport, and payments.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58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system is designed to manage tourism services in a centralized way.</a:t>
            </a:r>
            <a:br>
              <a:rPr lang="en-US" dirty="0"/>
            </a:br>
            <a:r>
              <a:rPr lang="en-US" dirty="0"/>
              <a:t>It integrates customer bookings, tour selection, hotel reservations, transport arrangements, and payment processing into one system.</a:t>
            </a:r>
            <a:br>
              <a:rPr lang="en-US" dirty="0"/>
            </a:br>
            <a:r>
              <a:rPr lang="en-US" dirty="0"/>
              <a:t>For example, a customer planning to visit Queen Elizabeth National Park can complete the entire booking process within this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5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system is a Tourism Reservation Database System designed to manage all tourism-related services in one place.</a:t>
            </a:r>
            <a:br>
              <a:rPr lang="en-US" dirty="0"/>
            </a:br>
            <a:r>
              <a:rPr lang="en-US" dirty="0"/>
              <a:t>It provides a centralized database that stores customer information, bookings, hotel reservations, transport details, and payments.</a:t>
            </a:r>
            <a:br>
              <a:rPr lang="en-US" dirty="0"/>
            </a:br>
            <a:r>
              <a:rPr lang="en-US" dirty="0"/>
              <a:t>The goal is to improve efficiency and ensure all data is well organized and easily accessible.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77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many tourism organizations, booking processes are still handled manually.</a:t>
            </a:r>
            <a:br>
              <a:rPr lang="en-US" dirty="0"/>
            </a:br>
            <a:r>
              <a:rPr lang="en-US" dirty="0"/>
              <a:t>This leads to issues such as data loss, duplication, and inefficiency.</a:t>
            </a:r>
            <a:br>
              <a:rPr lang="en-US" dirty="0"/>
            </a:br>
            <a:r>
              <a:rPr lang="en-US" dirty="0"/>
              <a:t>For example, using paper records or spreadsheets makes it difficult to manage and track bookings accurately.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795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objective of this project is to design a structured database system that improves how tourism data is managed.</a:t>
            </a:r>
            <a:br>
              <a:rPr lang="en-US" dirty="0"/>
            </a:br>
            <a:r>
              <a:rPr lang="en-US" dirty="0"/>
              <a:t>It focuses on storing customer and booking information efficiently and linking all related services together.</a:t>
            </a:r>
            <a:br>
              <a:rPr lang="en-US" dirty="0"/>
            </a:br>
            <a:r>
              <a:rPr lang="en-US" dirty="0"/>
              <a:t>For example, one booking connects a customer to a tour, hotel, payment, and transport.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23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was designed based on key requirements.</a:t>
            </a:r>
            <a:br>
              <a:rPr lang="en-US" dirty="0"/>
            </a:br>
            <a:r>
              <a:rPr lang="en-US" dirty="0"/>
              <a:t>It must be able to store customer information, manage bookings, track payments, and link all services together.</a:t>
            </a:r>
            <a:br>
              <a:rPr lang="en-US" dirty="0"/>
            </a:br>
            <a:r>
              <a:rPr lang="en-US" dirty="0"/>
              <a:t>These requirements ensure that the system supports the needs of both customers and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94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composed of several entities that represent different parts of the tourism process.</a:t>
            </a:r>
            <a:br>
              <a:rPr lang="en-US" dirty="0"/>
            </a:br>
            <a:r>
              <a:rPr lang="en-US" dirty="0"/>
              <a:t>These include Customer, Tour, Hotel, Booking, Payment, and Transport.</a:t>
            </a:r>
            <a:br>
              <a:rPr lang="en-US" dirty="0"/>
            </a:br>
            <a:r>
              <a:rPr lang="en-US" dirty="0"/>
              <a:t>Each entity stores specific information, and together they form the complete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10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entities are connected through relationships that define how data is linked.</a:t>
            </a:r>
            <a:br>
              <a:rPr lang="en-US" dirty="0"/>
            </a:br>
            <a:r>
              <a:rPr lang="en-US" dirty="0"/>
              <a:t>For instance, one customer can make multiple bookings, and each booking is linked to a specific tour and hotel.</a:t>
            </a:r>
            <a:br>
              <a:rPr lang="en-US" dirty="0"/>
            </a:br>
            <a:r>
              <a:rPr lang="en-US" dirty="0"/>
              <a:t>Additionally, each booking can have associated payment and transport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87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Entity Relationship Diagram of the system.</a:t>
            </a:r>
            <a:br>
              <a:rPr lang="en-US" dirty="0"/>
            </a:br>
            <a:r>
              <a:rPr lang="en-US" dirty="0"/>
              <a:t>It provides a visual representation of how all the entities are connected.</a:t>
            </a:r>
            <a:br>
              <a:rPr lang="en-US" dirty="0"/>
            </a:br>
            <a:r>
              <a:rPr lang="en-US" dirty="0"/>
              <a:t>The Booking table is the central entity linking Customer, Tour, and Hotel.</a:t>
            </a:r>
            <a:br>
              <a:rPr lang="en-US" dirty="0"/>
            </a:br>
            <a:r>
              <a:rPr lang="en-US" dirty="0"/>
              <a:t>It also connects to Payment and Transport tables, ensuring that all related data is properly organized.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59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database was designed using normalization principles.</a:t>
            </a:r>
            <a:br>
              <a:rPr lang="en-US" dirty="0"/>
            </a:br>
            <a:r>
              <a:rPr lang="en-US" dirty="0"/>
              <a:t>This helps reduce data redundancy and ensures that information is stored efficiently.</a:t>
            </a:r>
            <a:br>
              <a:rPr lang="en-US" dirty="0"/>
            </a:br>
            <a:r>
              <a:rPr lang="en-US" dirty="0"/>
              <a:t>For example, customer data is stored in one table and linked to bookings instead of being repeated multiple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93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database schema consists of six main tables: Customer, Tour, Hotel, Booking, Payment, and Transport.</a:t>
            </a:r>
            <a:br>
              <a:rPr lang="en-US" dirty="0"/>
            </a:br>
            <a:r>
              <a:rPr lang="en-US" dirty="0"/>
              <a:t>Each table has a primary key to uniquely identify records and foreign keys to establish relationships between tables.</a:t>
            </a:r>
            <a:br>
              <a:rPr lang="en-US" dirty="0"/>
            </a:br>
            <a:r>
              <a:rPr lang="en-US" dirty="0"/>
              <a:t>This structure ensures data integrity and proper linking of all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61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was implemented using MySQL in the XAMPP environment.</a:t>
            </a:r>
            <a:br>
              <a:rPr lang="en-US" dirty="0"/>
            </a:br>
            <a:r>
              <a:rPr lang="en-US" dirty="0"/>
              <a:t>Tables were created based on the database design, and relationships were enforced using foreign keys.</a:t>
            </a:r>
            <a:br>
              <a:rPr lang="en-US" dirty="0"/>
            </a:br>
            <a:r>
              <a:rPr lang="en-US" dirty="0"/>
              <a:t>Sample data was inserted into all tables to test the functionality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58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Customer table in the system.</a:t>
            </a:r>
            <a:br>
              <a:rPr lang="en-US" dirty="0"/>
            </a:br>
            <a:r>
              <a:rPr lang="en-US" dirty="0"/>
              <a:t>It contains important customer information such as name, email, phone number, and address.</a:t>
            </a:r>
            <a:br>
              <a:rPr lang="en-US" dirty="0"/>
            </a:br>
            <a:r>
              <a:rPr lang="en-US" dirty="0"/>
              <a:t>For example, we can see a customer stored with their contact details, which can be used during booking and communication.</a:t>
            </a:r>
            <a:br>
              <a:rPr lang="en-US" dirty="0"/>
            </a:br>
            <a:r>
              <a:rPr lang="en-US" dirty="0"/>
              <a:t>This table ensures that all customer data is stored in an organized and accessible manner.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89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Booking table, which is the central table in the system.</a:t>
            </a:r>
            <a:br>
              <a:rPr lang="en-US" dirty="0"/>
            </a:br>
            <a:r>
              <a:rPr lang="en-US" dirty="0"/>
              <a:t>It links customers to tours and hotels through foreign keys.</a:t>
            </a:r>
            <a:br>
              <a:rPr lang="en-US" dirty="0"/>
            </a:br>
            <a:r>
              <a:rPr lang="en-US" dirty="0"/>
              <a:t>For example, it shows which customer made a booking, the selected tour, the chosen hotel, and the booking date.</a:t>
            </a:r>
            <a:br>
              <a:rPr lang="en-US" dirty="0"/>
            </a:br>
            <a:r>
              <a:rPr lang="en-US" dirty="0"/>
              <a:t>This table plays a key role in connecting all parts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45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Transport table.</a:t>
            </a:r>
            <a:br>
              <a:rPr lang="en-US" dirty="0"/>
            </a:br>
            <a:r>
              <a:rPr lang="en-US" dirty="0"/>
              <a:t>It stores transport details associated with each booking.</a:t>
            </a:r>
            <a:br>
              <a:rPr lang="en-US" dirty="0"/>
            </a:br>
            <a:r>
              <a:rPr lang="en-US" dirty="0"/>
              <a:t>For example, it shows the type of transport used, such as a bus, and the cost linked to a specific booking.</a:t>
            </a:r>
            <a:br>
              <a:rPr lang="en-US" dirty="0"/>
            </a:br>
            <a:r>
              <a:rPr lang="en-US" dirty="0"/>
              <a:t>This ensures that transport information is properly linked and managed within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70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result of a JOIN query.</a:t>
            </a:r>
            <a:br>
              <a:rPr lang="en-US" dirty="0"/>
            </a:br>
            <a:r>
              <a:rPr lang="en-US" dirty="0"/>
              <a:t>This query combines data from multiple tables into one result.</a:t>
            </a:r>
            <a:br>
              <a:rPr lang="en-US" dirty="0"/>
            </a:br>
            <a:r>
              <a:rPr lang="en-US" dirty="0"/>
              <a:t>For example, it displays the customer name, tour destination, hotel selected, booking date, payment amount, and transport type all together.</a:t>
            </a:r>
            <a:br>
              <a:rPr lang="en-US" dirty="0"/>
            </a:br>
            <a:r>
              <a:rPr lang="en-US" dirty="0"/>
              <a:t>This demonstrates that the relationships between all tables are working correctly and the system is functioning as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008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the development of the system, several challenges were encountered.</a:t>
            </a:r>
            <a:br>
              <a:rPr lang="en-US" dirty="0"/>
            </a:br>
            <a:r>
              <a:rPr lang="en-US" dirty="0"/>
              <a:t>These included errors during table creation and issues with foreign key constraints.</a:t>
            </a:r>
            <a:br>
              <a:rPr lang="en-US" dirty="0"/>
            </a:br>
            <a:r>
              <a:rPr lang="en-US" dirty="0"/>
              <a:t>For example, one table initially failed to work properly and had to be recreated.</a:t>
            </a:r>
            <a:br>
              <a:rPr lang="en-US" dirty="0"/>
            </a:br>
            <a:r>
              <a:rPr lang="en-US" dirty="0"/>
              <a:t>These challenges were resolved through testing and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755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future, this system can be improved in several ways.</a:t>
            </a:r>
            <a:br>
              <a:rPr lang="en-US" dirty="0"/>
            </a:br>
            <a:r>
              <a:rPr lang="en-US" dirty="0"/>
              <a:t>For example, a user-friendly web or mobile interface can be developed to allow online access.</a:t>
            </a:r>
            <a:br>
              <a:rPr lang="en-US" dirty="0"/>
            </a:br>
            <a:r>
              <a:rPr lang="en-US" dirty="0"/>
              <a:t>Additionally, security features can be enhanced to protect user data.</a:t>
            </a:r>
            <a:br>
              <a:rPr lang="en-US" dirty="0"/>
            </a:br>
            <a:r>
              <a:rPr lang="en-US" dirty="0"/>
              <a:t>These improvements would make the system more scalable and suitable for larger organizations.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153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the Tourism Reservation Database System provides an efficient way to manage tourism operations.</a:t>
            </a:r>
            <a:br>
              <a:rPr lang="en-US" dirty="0"/>
            </a:br>
            <a:r>
              <a:rPr lang="en-US" dirty="0"/>
              <a:t>It reduces manual work, improves data organization, and ensures consistency through the use of relationships.</a:t>
            </a:r>
            <a:br>
              <a:rPr lang="en-US" dirty="0"/>
            </a:br>
            <a:r>
              <a:rPr lang="en-US" dirty="0"/>
              <a:t>For example, all booking-related information can be retrieved using a single query.</a:t>
            </a:r>
          </a:p>
          <a:p>
            <a:r>
              <a:rPr lang="en-US" dirty="0"/>
              <a:t>Thank you for your attention.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D40AC-0F0F-447A-84E4-37CF92A57FF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40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F602-A785-411D-89B3-94E7CFCAB57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6548-FA07-4B53-A467-BB14AE0F5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99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F602-A785-411D-89B3-94E7CFCAB57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6548-FA07-4B53-A467-BB14AE0F5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56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F602-A785-411D-89B3-94E7CFCAB57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6548-FA07-4B53-A467-BB14AE0F5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0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F602-A785-411D-89B3-94E7CFCAB57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6548-FA07-4B53-A467-BB14AE0F5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41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F602-A785-411D-89B3-94E7CFCAB57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6548-FA07-4B53-A467-BB14AE0F5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9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F602-A785-411D-89B3-94E7CFCAB57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6548-FA07-4B53-A467-BB14AE0F5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35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F602-A785-411D-89B3-94E7CFCAB57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6548-FA07-4B53-A467-BB14AE0F5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5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F602-A785-411D-89B3-94E7CFCAB57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6548-FA07-4B53-A467-BB14AE0F5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78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F602-A785-411D-89B3-94E7CFCAB57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6548-FA07-4B53-A467-BB14AE0F5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52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F602-A785-411D-89B3-94E7CFCAB57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6548-FA07-4B53-A467-BB14AE0F5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58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0F602-A785-411D-89B3-94E7CFCAB57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66548-FA07-4B53-A467-BB14AE0F5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46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060F602-A785-411D-89B3-94E7CFCAB57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966548-FA07-4B53-A467-BB14AE0F5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833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5AE9A-27DC-711D-D04F-3161E9DEE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7746" y="271839"/>
            <a:ext cx="9240253" cy="1701048"/>
          </a:xfrm>
        </p:spPr>
        <p:txBody>
          <a:bodyPr>
            <a:normAutofit/>
          </a:bodyPr>
          <a:lstStyle/>
          <a:p>
            <a:r>
              <a:rPr lang="en-US" sz="4400" dirty="0"/>
              <a:t>Tourism Reservation database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B3277-F28E-D3F8-86AB-506BC1D01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6906" y="2277979"/>
            <a:ext cx="9561094" cy="3457658"/>
          </a:xfrm>
        </p:spPr>
        <p:txBody>
          <a:bodyPr>
            <a:normAutofit/>
          </a:bodyPr>
          <a:lstStyle/>
          <a:p>
            <a:r>
              <a:rPr lang="en-US" dirty="0"/>
              <a:t>name:    Okiror simon peter </a:t>
            </a:r>
          </a:p>
          <a:p>
            <a:r>
              <a:rPr lang="en-US" dirty="0"/>
              <a:t>Reg no.  2025/BCS/160/PS  </a:t>
            </a:r>
          </a:p>
          <a:p>
            <a:r>
              <a:rPr lang="en-US" dirty="0"/>
              <a:t>Course:  Database Systems</a:t>
            </a:r>
          </a:p>
          <a:p>
            <a:r>
              <a:rPr lang="en-US" dirty="0"/>
              <a:t>Lecturer:  Kenneth Baguma</a:t>
            </a:r>
          </a:p>
          <a:p>
            <a:r>
              <a:rPr lang="en-US" dirty="0"/>
              <a:t>Date : May/05</a:t>
            </a:r>
            <a:r>
              <a:rPr lang="en-US" baseline="30000" dirty="0"/>
              <a:t>th/</a:t>
            </a:r>
            <a:r>
              <a:rPr lang="en-US" dirty="0"/>
              <a:t>2026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F44C5E-5982-B97F-946E-CDF9304F7A7C}"/>
                  </a:ext>
                </a:extLst>
              </p14:cNvPr>
              <p14:cNvContentPartPr/>
              <p14:nvPr/>
            </p14:nvContentPartPr>
            <p14:xfrm>
              <a:off x="1560240" y="3476520"/>
              <a:ext cx="432360" cy="1247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F44C5E-5982-B97F-946E-CDF9304F7A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0880" y="3467160"/>
                <a:ext cx="451080" cy="126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5299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C3BF-71D9-9177-32A8-224BC9F78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D42D4-2030-5DB7-5B6C-2D3D27E14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This project focuses on designing a Tourism Reservation Database System</a:t>
            </a:r>
          </a:p>
          <a:p>
            <a:r>
              <a:rPr lang="en-US" dirty="0"/>
              <a:t>The system manages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 Customer bookings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 Tour selection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 Hotel reservations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 Transport arrangements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 Payments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 Developed using MySQL in XAMPP environment</a:t>
            </a:r>
          </a:p>
        </p:txBody>
      </p:sp>
    </p:spTree>
    <p:extLst>
      <p:ext uri="{BB962C8B-B14F-4D97-AF65-F5344CB8AC3E}">
        <p14:creationId xmlns:p14="http://schemas.microsoft.com/office/powerpoint/2010/main" val="2464786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0AD1E-CFF9-984A-BC74-2DBE71BCB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484" y="365125"/>
            <a:ext cx="8883316" cy="2217654"/>
          </a:xfrm>
        </p:spPr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F1BF3-BBDC-8FC6-16E3-050342031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84" y="3179429"/>
            <a:ext cx="10515600" cy="503237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Tourism reservation system</a:t>
            </a:r>
          </a:p>
          <a:p>
            <a:pPr marL="0" indent="0" algn="ctr">
              <a:buNone/>
            </a:pPr>
            <a:r>
              <a:rPr lang="en-US" dirty="0"/>
              <a:t>Centralized database</a:t>
            </a:r>
          </a:p>
          <a:p>
            <a:pPr marL="0" indent="0" algn="ctr">
              <a:buNone/>
            </a:pPr>
            <a:r>
              <a:rPr lang="en-US" dirty="0"/>
              <a:t>Manages bookings and services</a:t>
            </a:r>
          </a:p>
        </p:txBody>
      </p:sp>
    </p:spTree>
    <p:extLst>
      <p:ext uri="{BB962C8B-B14F-4D97-AF65-F5344CB8AC3E}">
        <p14:creationId xmlns:p14="http://schemas.microsoft.com/office/powerpoint/2010/main" val="1559226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8709C-1321-6D16-BF26-66E413ACE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C9962-E9EF-29EF-FC2C-901AF3A40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Manual tourism booking is slow and error-prone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Data duplication and loss can occur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Difficult to manage multiple bookings efficiently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No centralized system for managing tourism operations</a:t>
            </a:r>
          </a:p>
        </p:txBody>
      </p:sp>
    </p:spTree>
    <p:extLst>
      <p:ext uri="{BB962C8B-B14F-4D97-AF65-F5344CB8AC3E}">
        <p14:creationId xmlns:p14="http://schemas.microsoft.com/office/powerpoint/2010/main" val="1899824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22B7-2416-5D9A-84C5-7F0C08E42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64F32-99AA-9512-B86C-69FF1B200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Design a relational database for tourism management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Store customer and booking information efficiently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Link tours, hotels, transport, and payments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 data integrity using relationships and keys</a:t>
            </a:r>
          </a:p>
        </p:txBody>
      </p:sp>
    </p:spTree>
    <p:extLst>
      <p:ext uri="{BB962C8B-B14F-4D97-AF65-F5344CB8AC3E}">
        <p14:creationId xmlns:p14="http://schemas.microsoft.com/office/powerpoint/2010/main" val="3099013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8167-3B94-ACF5-AC03-0182B470D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1BDD0-3383-E2E9-9465-3C9D4BBD3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 customer data</a:t>
            </a:r>
          </a:p>
          <a:p>
            <a:r>
              <a:rPr lang="en-US" dirty="0"/>
              <a:t>Manage bookings</a:t>
            </a:r>
          </a:p>
          <a:p>
            <a:r>
              <a:rPr lang="en-US" dirty="0"/>
              <a:t>Track payments</a:t>
            </a:r>
          </a:p>
          <a:p>
            <a:r>
              <a:rPr lang="en-US" dirty="0"/>
              <a:t>Link all services</a:t>
            </a:r>
          </a:p>
        </p:txBody>
      </p:sp>
    </p:spTree>
    <p:extLst>
      <p:ext uri="{BB962C8B-B14F-4D97-AF65-F5344CB8AC3E}">
        <p14:creationId xmlns:p14="http://schemas.microsoft.com/office/powerpoint/2010/main" val="3909854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7F3AB-1FAD-603A-6930-E438DC811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FC463-E834-FF5C-5935-B298D2213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system contains 6 main entities: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Customer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Tour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Hotel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Booking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Payment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Transport</a:t>
            </a:r>
          </a:p>
        </p:txBody>
      </p:sp>
    </p:spTree>
    <p:extLst>
      <p:ext uri="{BB962C8B-B14F-4D97-AF65-F5344CB8AC3E}">
        <p14:creationId xmlns:p14="http://schemas.microsoft.com/office/powerpoint/2010/main" val="58518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2D827-C851-7924-7E9D-A0D59E44C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70049-B270-F59C-EE26-831AB597E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Customer → Booking (1:M)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Tour → Booking (1:M)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Hotel → Booking (1:M)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Booking → Payment (1:M)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Booking → Transport (1:M)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booking is the central table connecting all entities</a:t>
            </a:r>
          </a:p>
        </p:txBody>
      </p:sp>
    </p:spTree>
    <p:extLst>
      <p:ext uri="{BB962C8B-B14F-4D97-AF65-F5344CB8AC3E}">
        <p14:creationId xmlns:p14="http://schemas.microsoft.com/office/powerpoint/2010/main" val="3878398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26AA-9B38-E90C-A0F7-8E335CD7F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850" y="365125"/>
            <a:ext cx="8743950" cy="682625"/>
          </a:xfrm>
        </p:spPr>
        <p:txBody>
          <a:bodyPr>
            <a:normAutofit fontScale="90000"/>
          </a:bodyPr>
          <a:lstStyle/>
          <a:p>
            <a:r>
              <a:rPr lang="en-US" dirty="0"/>
              <a:t>ERD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490B63-5115-38D7-F082-D7C5BD66A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8978"/>
            <a:ext cx="12109704" cy="5639022"/>
          </a:xfrm>
        </p:spPr>
      </p:pic>
    </p:spTree>
    <p:extLst>
      <p:ext uri="{BB962C8B-B14F-4D97-AF65-F5344CB8AC3E}">
        <p14:creationId xmlns:p14="http://schemas.microsoft.com/office/powerpoint/2010/main" val="3836370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5164-B28D-5F59-9968-69DA5C19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FAE9C-61EF-E45B-CC96-584AC1BC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redundancy</a:t>
            </a:r>
          </a:p>
          <a:p>
            <a:r>
              <a:rPr lang="en-US" dirty="0"/>
              <a:t>Organized data</a:t>
            </a:r>
          </a:p>
          <a:p>
            <a:r>
              <a:rPr lang="en-US" dirty="0"/>
              <a:t>Improved efficiency</a:t>
            </a:r>
          </a:p>
        </p:txBody>
      </p:sp>
    </p:spTree>
    <p:extLst>
      <p:ext uri="{BB962C8B-B14F-4D97-AF65-F5344CB8AC3E}">
        <p14:creationId xmlns:p14="http://schemas.microsoft.com/office/powerpoint/2010/main" val="2692714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FDA3-BCDD-BED5-3B4C-814E8E59F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A77F-A46C-15C1-E651-36F6F34A6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6 tables</a:t>
            </a:r>
          </a:p>
          <a:p>
            <a:r>
              <a:rPr lang="en-US" dirty="0"/>
              <a:t>Primary keys</a:t>
            </a:r>
          </a:p>
          <a:p>
            <a:r>
              <a:rPr lang="en-US" dirty="0"/>
              <a:t>Foreign keys</a:t>
            </a:r>
          </a:p>
          <a:p>
            <a:r>
              <a:rPr lang="en-US" dirty="0"/>
              <a:t>Relationships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67914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4C134-A03B-1AC4-07EA-961C135BF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9276E-490D-BC4D-F0F1-06EB948E1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  Implemented using MySQL in XAMPP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  Tables created based on design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  Foreign keys used for relationships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  Sample data inserted into all tables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  System tested using SQL queries</a:t>
            </a:r>
          </a:p>
        </p:txBody>
      </p:sp>
    </p:spTree>
    <p:extLst>
      <p:ext uri="{BB962C8B-B14F-4D97-AF65-F5344CB8AC3E}">
        <p14:creationId xmlns:p14="http://schemas.microsoft.com/office/powerpoint/2010/main" val="116092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9085-BAA6-00D1-7170-09CD48771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Table Output</a:t>
            </a:r>
          </a:p>
        </p:txBody>
      </p:sp>
      <p:pic>
        <p:nvPicPr>
          <p:cNvPr id="9" name="Content Placeholder 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DC78890-EF4F-EC0C-2490-7178FC0AD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96" y="1690688"/>
            <a:ext cx="9823704" cy="3291807"/>
          </a:xfrm>
        </p:spPr>
      </p:pic>
    </p:spTree>
    <p:extLst>
      <p:ext uri="{BB962C8B-B14F-4D97-AF65-F5344CB8AC3E}">
        <p14:creationId xmlns:p14="http://schemas.microsoft.com/office/powerpoint/2010/main" val="1998611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69A98-B58A-7475-1247-5AC666097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284" y="365125"/>
            <a:ext cx="11093516" cy="1325563"/>
          </a:xfrm>
        </p:spPr>
        <p:txBody>
          <a:bodyPr/>
          <a:lstStyle/>
          <a:p>
            <a:r>
              <a:rPr lang="en-US" dirty="0"/>
              <a:t>Booking Table Output</a:t>
            </a:r>
          </a:p>
        </p:txBody>
      </p:sp>
      <p:pic>
        <p:nvPicPr>
          <p:cNvPr id="5" name="Content Placeholder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35A4658A-D5F5-0D6A-6FDF-9DE214F5A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62150"/>
            <a:ext cx="10896600" cy="2876550"/>
          </a:xfrm>
        </p:spPr>
      </p:pic>
    </p:spTree>
    <p:extLst>
      <p:ext uri="{BB962C8B-B14F-4D97-AF65-F5344CB8AC3E}">
        <p14:creationId xmlns:p14="http://schemas.microsoft.com/office/powerpoint/2010/main" val="1660344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5206B-233C-68ED-1469-1F6A1AB2C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Table Output</a:t>
            </a:r>
          </a:p>
        </p:txBody>
      </p:sp>
      <p:pic>
        <p:nvPicPr>
          <p:cNvPr id="5" name="Content Placeholder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6EBCF12-DDAB-795E-A6FD-7C9425CCB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60" y="1864597"/>
            <a:ext cx="10043790" cy="3698004"/>
          </a:xfrm>
        </p:spPr>
      </p:pic>
    </p:spTree>
    <p:extLst>
      <p:ext uri="{BB962C8B-B14F-4D97-AF65-F5344CB8AC3E}">
        <p14:creationId xmlns:p14="http://schemas.microsoft.com/office/powerpoint/2010/main" val="1749350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3D114-D98B-F8EF-808E-0375144B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365125"/>
            <a:ext cx="10820399" cy="940185"/>
          </a:xfrm>
        </p:spPr>
        <p:txBody>
          <a:bodyPr/>
          <a:lstStyle/>
          <a:p>
            <a:r>
              <a:rPr lang="en-US" dirty="0"/>
              <a:t>Join Query Output</a:t>
            </a:r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C994A49-C375-8615-2647-3B4F794DE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1305310"/>
            <a:ext cx="10051638" cy="4871653"/>
          </a:xfrm>
        </p:spPr>
      </p:pic>
    </p:spTree>
    <p:extLst>
      <p:ext uri="{BB962C8B-B14F-4D97-AF65-F5344CB8AC3E}">
        <p14:creationId xmlns:p14="http://schemas.microsoft.com/office/powerpoint/2010/main" val="1119321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10AEF-56AC-4437-68EE-533D4C70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8D710-53DC-0E65-E6DF-0FD0C9EEA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 creation errors</a:t>
            </a:r>
          </a:p>
          <a:p>
            <a:r>
              <a:rPr lang="en-US" dirty="0"/>
              <a:t>Foreign key issues</a:t>
            </a:r>
          </a:p>
          <a:p>
            <a:r>
              <a:rPr lang="en-US" dirty="0"/>
              <a:t>System setup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666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D2423-BCD4-D32F-DDCB-875909ED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4E1D1-C47A-DFDD-D38C-AA0F0F250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Web/mobile interface</a:t>
            </a:r>
          </a:p>
          <a:p>
            <a:r>
              <a:rPr lang="en-US" dirty="0"/>
              <a:t>Online access</a:t>
            </a:r>
          </a:p>
          <a:p>
            <a:r>
              <a:rPr lang="en-US" dirty="0"/>
              <a:t>Security improvements</a:t>
            </a:r>
          </a:p>
        </p:txBody>
      </p:sp>
    </p:spTree>
    <p:extLst>
      <p:ext uri="{BB962C8B-B14F-4D97-AF65-F5344CB8AC3E}">
        <p14:creationId xmlns:p14="http://schemas.microsoft.com/office/powerpoint/2010/main" val="2834252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97364-C1DD-81C3-6161-57E6154F8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9F990-2430-8B99-CC28-76AC30EB3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6046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The system successfully manages tourism bookings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Improves efficiency and reduces manual work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Demonstrates key database concepts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Normalization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Relationships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SQL implementation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Future improvement: web-based interface</a:t>
            </a:r>
          </a:p>
        </p:txBody>
      </p:sp>
    </p:spTree>
    <p:extLst>
      <p:ext uri="{BB962C8B-B14F-4D97-AF65-F5344CB8AC3E}">
        <p14:creationId xmlns:p14="http://schemas.microsoft.com/office/powerpoint/2010/main" val="702032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732</TotalTime>
  <Words>1402</Words>
  <Application>Microsoft Office PowerPoint</Application>
  <PresentationFormat>Widescreen</PresentationFormat>
  <Paragraphs>124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Wingdings</vt:lpstr>
      <vt:lpstr>Office Theme</vt:lpstr>
      <vt:lpstr>Tourism Reservation database system</vt:lpstr>
      <vt:lpstr>Introduction</vt:lpstr>
      <vt:lpstr>System Overview</vt:lpstr>
      <vt:lpstr>Problem statement</vt:lpstr>
      <vt:lpstr>objectives</vt:lpstr>
      <vt:lpstr>Database Requirements</vt:lpstr>
      <vt:lpstr>Database entities</vt:lpstr>
      <vt:lpstr>relationships</vt:lpstr>
      <vt:lpstr>ERD DIAGRAM</vt:lpstr>
      <vt:lpstr>Normalization</vt:lpstr>
      <vt:lpstr>Database Schema</vt:lpstr>
      <vt:lpstr>SYSTEM IMPLEMENTATION</vt:lpstr>
      <vt:lpstr>Customer Table Output</vt:lpstr>
      <vt:lpstr>Booking Table Output</vt:lpstr>
      <vt:lpstr>Transport Table Output</vt:lpstr>
      <vt:lpstr>Join Query Output</vt:lpstr>
      <vt:lpstr>Challenges faced </vt:lpstr>
      <vt:lpstr>Future Improvements </vt:lpstr>
      <vt:lpstr>CONCLUTION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okiror simon peter</dc:creator>
  <cp:lastModifiedBy>okiror simon peter</cp:lastModifiedBy>
  <cp:revision>5</cp:revision>
  <dcterms:created xsi:type="dcterms:W3CDTF">2026-05-05T10:37:34Z</dcterms:created>
  <dcterms:modified xsi:type="dcterms:W3CDTF">2026-05-06T19:40:25Z</dcterms:modified>
</cp:coreProperties>
</file>